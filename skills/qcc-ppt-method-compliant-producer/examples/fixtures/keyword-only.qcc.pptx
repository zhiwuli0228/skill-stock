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QCC 主题活动（示例）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主题选定｜主题评价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待补充：候选主题与评价维度。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活动计划｜甘特图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（未排期）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现状把握｜柏拉图：识别关键 80% 改进项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待补充：类别、频次、累计百分比。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待补充：现况值与目标值。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解析｜真因验证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待验证：数据来源与验证结果。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对策拟定｜5W1H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（只有方法名称）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效果确认｜有形成果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待补充：改善前后数据。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标准化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待补充：标准化文件。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检讨与改进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待补充：优点与不足。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