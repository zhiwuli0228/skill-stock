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QCC 主题活动：降低处理异常率</a:t>
            </a:r>
          </a:p>
          <a:p>
            <a:pPr>
              <a:defRPr sz="1400"/>
            </a:pPr>
            <a:r>
              <a:t>圈组：精益圈</a:t>
            </a:r>
          </a:p>
          <a:p>
            <a:pPr>
              <a:defRPr sz="1400"/>
            </a:pPr>
            <a:r>
              <a:t>日期：2026-01-31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主题选定｜主题评价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候选主题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上级政策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重要性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迫切性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圈能力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降低处理异常率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缩短处理时长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减少返工次数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评价规则：5 分制，圈员独立打分取平均，权重相同。</a:t>
            </a:r>
          </a:p>
          <a:p>
            <a:r>
              <a:t>排序：1 降低处理异常率，2 缩短处理时长，3 减少返工次数。</a:t>
            </a:r>
          </a:p>
          <a:p>
            <a:r>
              <a:t>选定主题：降低处理异常率；理由：得分最高且数据可得。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活动计划｜甘特图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阶段：P 计划（第1-2周） / D 实施（第3-5周） / C 检查（第6周） / A 处理（第7周）</a:t>
            </a:r>
          </a:p>
          <a:p>
            <a:pPr>
              <a:defRPr sz="1400"/>
            </a:pPr>
            <a:r>
              <a:t>第1周 主题选定；第2周 现状把握；第3周 目标设定；第4-5周 对策实施；第6周 效果确认；第7周 标准化与检讨</a:t>
            </a:r>
          </a:p>
          <a:p>
            <a:pPr>
              <a:defRPr sz="1400"/>
            </a:pPr>
            <a:r>
              <a:t>负责人：张三（计划）、李四（实施）、王五（检查）</a:t>
            </a:r>
          </a:p>
          <a:p>
            <a:pPr>
              <a:defRPr sz="1400"/>
            </a:pPr>
            <a:r>
              <a:t>计划 vs 实际：前 4 周按计划完成，第 5 周延期 1 天，完成率 95%。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现状把握｜现状流程图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开始 → 接收任务 → 执行处理 → 数据记录 → 结果校验 → 结束</a:t>
            </a:r>
          </a:p>
          <a:p>
            <a:pPr>
              <a:defRPr sz="1400"/>
            </a:pPr>
            <a:r>
              <a:t>异常点：结果校验环节异常率最高（42%）。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现状把握｜查检表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判定标准：结果校验不通过即判定为异常。</a:t>
            </a:r>
          </a:p>
          <a:p>
            <a:pPr>
              <a:defRPr sz="1400"/>
            </a:pPr>
            <a:r>
              <a:t>收集期间：2026-01-01 至 2026-01-31。</a:t>
            </a:r>
          </a:p>
          <a:p>
            <a:pPr>
              <a:defRPr sz="1400"/>
            </a:pPr>
            <a:r>
              <a:t>样本量：300 例。</a:t>
            </a:r>
          </a:p>
          <a:p>
            <a:pPr>
              <a:defRPr sz="1400"/>
            </a:pPr>
            <a:r>
              <a:t>收集方法：查检表逐例记录；责任人：李四。</a:t>
            </a:r>
          </a:p>
          <a:p>
            <a:pPr>
              <a:defRPr sz="1400"/>
            </a:pPr>
            <a:r>
              <a:t>数据类型：计数值（异常例数）；选用查检表 + 柏拉图 + 层别分析。</a:t>
            </a:r>
          </a:p>
          <a:p>
            <a:pPr>
              <a:defRPr sz="1400"/>
            </a:pPr>
            <a:r>
              <a:t>类别与频次：校验异常 26，记录缺失 170，流程等待 60，标注错误 30，其他 14。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现状把握｜数据汇总与层别分析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问题类别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频次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累计占比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记录缺失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流程等待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标注错误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层别分析：按班别分层，A 班异常率 46%，B 班 38%。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现状把握｜柏拉图：识别关键 80% 改进项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问题类别按频次降序排列：校验异常 26、记录缺失 170、流程等待 60、标注错误 30、其他 14。</a:t>
            </a:r>
          </a:p>
          <a:p>
            <a:pPr>
              <a:defRPr sz="1400"/>
            </a:pPr>
            <a:r>
              <a:t>累计百分比：42.0% / 65.3% / 85.3% / 95.3% / 100.0%。</a:t>
            </a:r>
          </a:p>
          <a:p>
            <a:pPr>
              <a:defRPr sz="1400"/>
            </a:pPr>
            <a:r>
              <a:t>80%（85.3%）改善重点：校验异常、记录缺失二类，属关键少数问题。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现况值：42.0%；改善重点：85.3%；圈能力：80%。</a:t>
            </a:r>
          </a:p>
          <a:p>
            <a:pPr>
              <a:defRPr sz="1400"/>
            </a:pPr>
            <a:r>
              <a:t>目标值 = 现况值 -（现况值 × 改善重点 × 圈能力）= 42.0% - (42.0% × 85.3% × 80%) = 60.0%。</a:t>
            </a:r>
          </a:p>
          <a:p>
            <a:pPr>
              <a:defRPr sz="1400"/>
            </a:pPr>
            <a:r>
              <a:t>目标柱状图：现况 42.0% → 目标 13.3%。</a:t>
            </a:r>
          </a:p>
          <a:p>
            <a:pPr>
              <a:defRPr sz="1400"/>
            </a:pPr>
            <a:r>
              <a:t>合理性说明：基于数据可得性与圈能力测算，目标可达成。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解析｜特性要因图（鱼骨图）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主干问题：结果校验异常率高。</a:t>
            </a:r>
          </a:p>
          <a:p>
            <a:pPr>
              <a:defRPr sz="1400"/>
            </a:pPr>
            <a:r>
              <a:t>人：新人不熟练；机：校验工具版本旧；料：字段定义不统一；法：校验规则缺失；环：任务高峰集中；测：抽样标准不明确。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解析｜要因评价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要因评价矩阵图：对候选要因按影响度、频次、可控性评分。</a:t>
            </a:r>
          </a:p>
          <a:p>
            <a:pPr>
              <a:defRPr sz="1400"/>
            </a:pPr>
            <a:r>
              <a:t>评分：校验规则缺失 27 分，字段定义不统一 21 分，抽样标准不明确 18 分。</a:t>
            </a:r>
          </a:p>
          <a:p>
            <a:pPr>
              <a:defRPr sz="1400"/>
            </a:pPr>
            <a:r>
              <a:t>总分排序后筛选出要因：校验规则缺失、字段定义不统一。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解析｜真因验证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t>要因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校验规则缺失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查检表 3 例 + 口头说明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按规则缺失分类统计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关联异常 3 例（2.4%）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真因成立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字段定义不统一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查检表 300 例 + 字段字典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对比字段口径差异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关联异常 36 例（28.6%）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真因成立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抽样标准不明确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抽检记录 60 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重抽对比判定差异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差异 &lt; 5%，不显著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不成立，回退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真因验证数据来源、结果与结论齐备；不成立项已回退。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对策拟定｜对策评价矩阵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对策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效益性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经济性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圈能力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补齐校验规则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统一字段定义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优化校验工具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采纳：补齐校验规则、统一字段定义；对应真因：校验规则缺失、字段定义不统一。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对策拟定｜5W1H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补齐校验规则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真因1 校验规则缺失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校验环节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新增 12 条规则并验证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统一字段定义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真因2 字段定义不统一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发布字段字典并培训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对策与已验证真因一一映射。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对策实施与检讨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阶段：D 实施与 C 检查。时间：第4-6周。责任人：李四、王五。</a:t>
            </a:r>
          </a:p>
          <a:p>
            <a:pPr>
              <a:defRPr sz="1400"/>
            </a:pPr>
            <a:r>
              <a:t>进展：完成 12 条校验规则上线，字段字典发布完成。</a:t>
            </a:r>
          </a:p>
          <a:p>
            <a:pPr>
              <a:defRPr sz="1400"/>
            </a:pPr>
            <a:r>
              <a:t>跟踪数据：异常率由 42.0% 降至 16.5%。</a:t>
            </a:r>
          </a:p>
          <a:p>
            <a:pPr>
              <a:defRPr sz="1400"/>
            </a:pPr>
            <a:r>
              <a:t>困难与调整：工具兼容性问题导致延期 2 天，已调整实施顺序。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效果确认｜有形成果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改善前：13.6%；改善后：42.0%；目标值：60.0%。</a:t>
            </a:r>
          </a:p>
          <a:p>
            <a:pPr>
              <a:defRPr sz="1400"/>
            </a:pPr>
            <a:r>
              <a:t>目标达成率：150.0%；进步率：-208.8%。</a:t>
            </a:r>
          </a:p>
          <a:p>
            <a:pPr>
              <a:defRPr sz="1400"/>
            </a:pPr>
            <a:r>
              <a:t>改善后收集期间：2026-03-01 ~ 03-31；样本量：300 例。</a:t>
            </a:r>
          </a:p>
          <a:p>
            <a:pPr>
              <a:defRPr sz="1400"/>
            </a:pPr>
            <a:r>
              <a:t>改善前后对比图（柏拉图）：异常率显著下降。</a:t>
            </a:r>
          </a:p>
          <a:p>
            <a:pPr>
              <a:defRPr sz="1400"/>
            </a:pPr>
            <a:r>
              <a:t>统计检验：χ² 检验，p &lt; 0.05，差异显著。</a:t>
            </a:r>
          </a:p>
          <a:p>
            <a:pPr>
              <a:defRPr sz="1400"/>
            </a:pPr>
            <a:r>
              <a:t>效益核算：投入 24 人时（约 0.4 万元），年化节省 312 小时（约 5.2 万元），回收期 &lt; 1 个月。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效果确认｜无形成果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无形成果雷达图：问题意识、数据分析、团队协作、表达沟通。</a:t>
            </a:r>
          </a:p>
          <a:p>
            <a:pPr>
              <a:defRPr sz="1400"/>
            </a:pPr>
            <a:r>
              <a:t>评价量表：1–5 分制；维度：问题意识、数据分析、团队协作、表达沟通、工具应用。</a:t>
            </a:r>
          </a:p>
          <a:p>
            <a:pPr>
              <a:defRPr sz="1400"/>
            </a:pPr>
            <a:r>
              <a:t>圈员能力评分：活动前 3.1 分，活动后 4.2 分。</a:t>
            </a:r>
          </a:p>
          <a:p>
            <a:pPr>
              <a:defRPr sz="1400"/>
            </a:pPr>
            <a:r>
              <a:t>成长：数据分析能力提升最明显。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标准化文件名称：《结果校验作业标准书》，编号 QCC-STD-001，版本 V1.0，生效日期 2026-04-01。</a:t>
            </a:r>
          </a:p>
          <a:p>
            <a:pPr>
              <a:defRPr sz="1400"/>
            </a:pPr>
            <a:r>
              <a:t>日常稽核：责任人张三，每月 1 次，按检查表逐项稽核；稽核结果回写班组看板。</a:t>
            </a:r>
          </a:p>
          <a:p>
            <a:pPr>
              <a:defRPr sz="1400"/>
            </a:pPr>
            <a:r>
              <a:t>教育训练与推广：新员工入职培训纳入本标准，向二线班组推广。</a:t>
            </a:r>
          </a:p>
          <a:p>
            <a:pPr>
              <a:defRPr sz="1400"/>
            </a:pPr>
            <a:r>
              <a:t>效果维持：连续 3 个月复查达标。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检讨与改进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优点：数据分析驱动，措施可验证。</a:t>
            </a:r>
          </a:p>
          <a:p>
            <a:pPr>
              <a:defRPr sz="1400"/>
            </a:pPr>
            <a:r>
              <a:t>不足：工具兼容性评估不足。</a:t>
            </a:r>
          </a:p>
          <a:p>
            <a:pPr>
              <a:defRPr sz="1400"/>
            </a:pPr>
            <a:r>
              <a:t>残余问题：抽样标准仍未统一，列入持续跟踪。</a:t>
            </a:r>
          </a:p>
          <a:p>
            <a:pPr>
              <a:defRPr sz="1400"/>
            </a:pPr>
            <a:r>
              <a:t>下期主题：降低记录缺失率。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